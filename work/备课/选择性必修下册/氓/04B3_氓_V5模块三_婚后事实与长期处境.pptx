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【模块课件】M3-P1｜母版P51
【页码与模块】P51｜模块三·婚后事实与长期处境
【连续课堂剧本】
【承接上一页】教师在新的内容模块开始时，不用复习题轰炸学生，只恢复故事位置。
【教师原话】“上次故事走到这里：相识议婚 → 等待迁嫁 → 回望中的劝诫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【可观察证据】能够说清上次停点、本次起点和尚未回答的问题。
【明确切页句】“位置恢复了，让下一章完整出现。”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【模块课件】M3-P2｜母版P52
【页码与模块】P52｜模块三·婚后事实与长期处境
【连续课堂剧本】
【承接上一页】教师在进入第四章逐句解释前，先让一章完整出现。
【教师原话】“先完整读第四章，遇到人物动作就轻点桌面，遇到声音变化就停半拍。暂时不翻译，也不要求现在讲出章意。”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【模块课件】M3-P3｜母版P53
【页码与模块】P53｜模块三·婚后事实与长期处境
【连续课堂剧本】
【承接上一页】教师指向第四章 1/5和累计行动链，不让这句脱离整章。
【教师原话】“先读：‘桑之落矣，其黄而陨’。谁在做什么？”【等回答后】“译意先不出现；请借关键词把它说完整。 关键词只处理陨：坠落。”教师随后补充：“桑叶状态由丰润转为枯黄坠落。”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【可观察证据】准确口译“桑之落矣，其黄而陨”并指出：桑叶状态由丰润转为枯黄坠落。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【模块课件】M3-P4｜母版P54
【页码与模块】P54｜模块三·婚后事实与长期处境
【连续课堂剧本】
【承接上一页】上一页已确认“桑之落矣，其黄而陨”的基本意思，本页只增加一个关键观察。
【教师原话】“请把译意先放下，再读原句。你看见的形式是：与“其叶沃若”形成色彩、状态和位置对照。 它怎样改变我们对处境的理解？”教师在学生回应后用边界语收束：“把第三章的“沃若”和此处“黄而陨”并置：青春、感情、关系状态都获得更多语境支持，但仍不能把桑叶压成一个固定答案。”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婚后转折；意象解释须保持开放。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【模块课件】M3-P5｜母版P55
【页码与模块】P55｜模块三·婚后事实与长期处境
【连续课堂剧本】
【承接上一页】教师指向第四章 2/5和累计行动链，不让这句脱离整章。
【教师原话】“先读：‘自我徂尔，三岁食贫’。谁在做什么？”【等回答后】“用现代汉语说就是：自从我嫁到你家，多年来生活贫苦。 关键词只处理徂 cú：往；尔：你家；三岁：多年；食贫：过贫苦生活。”教师随后补充：“女子回顾迁嫁后的长期贫困。”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【可观察证据】准确口译“自我徂尔，三岁食贫”并指出：女子回顾迁嫁后的长期贫困。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【模块课件】M3-P6｜母版P56
【页码与模块】P56｜模块三·婚后事实与长期处境
【连续课堂剧本】
【承接上一页】教师指向第四章 3/5和累计行动链，不让这句脱离整章。
【教师原话】“先读：‘淇水汤汤，渐车帷裳’。谁在做什么？”【等回答后】“用现代汉语说就是：淇水浩荡，浸湿了车上的帷幔。 关键词只处理汤汤 shāng shāng：水势浩大；渐 jiān：浸湿；帷裳：车旁帷幔。”教师随后补充：“回忆中的车经过淇水，帷幔被浸湿。”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【可观察证据】准确口译“淇水汤汤，渐车帷裳”并指出：回忆中的车经过淇水，帷幔被浸湿。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【模块课件】M3-P7｜母版P57
【页码与模块】P57｜模块三·婚后事实与长期处境
【连续课堂剧本】
【承接上一页】教师指向第四章 4/5和累计行动链，不让这句脱离整章。
【教师原话】“先读：‘女也不爽，士贰其行’。谁在做什么？”【等回答后】“译意先不出现；请借关键词把它说完整。 关键词只处理爽：差错；贰：不专一、前后不一。”教师随后补充：“叙述者从经历陈述转为明确责任判断。”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【可观察证据】准确口译“女也不爽，士贰其行”并指出：叙述者从经历陈述转为明确责任判断。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【模块课件】M3-P8｜母版P58
【页码与模块】P58｜模块三·婚后事实与长期处境
【连续课堂剧本】
【承接上一页】上一页已确认“女也不爽，士贰其行”的基本意思，本页只增加一个关键观察。
【教师原话】“请把译意先放下，再读原句。你看见的形式是：“女/士”“不爽/贰”并置，责任由语言直接显出。 它怎样改变我们对处境的理解？”教师在学生回应后用边界语收束：“这不是旁观者替她判定，而是第一人称回望中的自我辨明。先区分“食贫、渡水”等经历事实，再看“不爽/贰”怎样作出责任判断。”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婚前婚后不一；Q3 男子失信责任。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【模块课件】M3-P9｜母版P59
【页码与模块】P59｜模块三·婚后事实与长期处境
【连续课堂剧本】
【承接上一页】教师指向第四章 5/5和累计行动链，不让这句脱离整章。
【教师原话】“先读：‘士也罔极，二三其德’。谁在做什么？”【等回答后】“用现代汉语说就是：男子的行为没有准则，品德反复无常。 关键词只处理罔极：没有准则；二三：反复无常，这里是数词活用。”教师随后补充：“女子进一步概括男子反复的行为。”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【可观察证据】准确口译“士也罔极，二三其德”并指出：女子进一步概括男子反复的行为。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【模块课件】M3-P10｜母版P60
【页码与模块】P60｜模块三·婚后事实与长期处境
【连续课堂剧本】
【承接上一页】教师把本章讲解暂时停住，只保留活动所需原句和空白。
【教师原话】“把本章诗句放入“经历事实”和“责任判断”两栏，并说明判断由哪组对照形成。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【模块课件】M3-P11｜母版P61
【页码与模块】P61｜模块三·婚后事实与长期处境
【连续课堂剧本】
【承接上一页】教师确认学生已经形成个人或小组产出，才切到回收页。
【教师原话】“先别抄屏幕。请用你自己的产出核对：食贫、淇水、车帷被浸，是叙述中的经历。；“女也不爽，士贰其行”直接辨明双方责任。；现代评价可以继续讨论，但必须先站稳诗中的事实和判断。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【模块课件】M3-P12｜母版P62
【页码与模块】P62｜模块三·婚后事实与长期处境
【连续课堂剧本】
【承接上一页】教师把第四章五组诗句重新放回同一页。
【教师原话】“现在完整重读第四章。读完不用列点，请用一口气讲清：桑叶坠落 → 多年食贫 → 渡淇回忆 → 辨明责任 → 指出反复之间怎样连接？”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【可观察证据】一次完整章读和一句连续章意：“桑叶由丰润转为枯黄，婚后贫困和渡淇场景进入回忆；叙述者明确指出自己无过而男子反复失信。”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【模块课件】M3-P13｜母版P63
【页码与模块】P63｜模块三·婚后事实与长期处境
【连续课堂剧本】
【承接上一页】教师在进入第五章逐句解释前，先让一章完整出现。
【教师原话】“先完整读第五章，遇到人物动作就轻点桌面，遇到声音变化就停半拍。暂时不翻译，也不要求现在讲出章意。”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【模块课件】M3-P14｜母版P64
【页码与模块】P64｜模块三·婚后事实与长期处境
【连续课堂剧本】
【承接上一页】教师指向第五章 1/5和累计行动链，不让这句脱离整章。
【教师原话】“先读：‘三岁为妇，靡室劳矣’。谁在做什么？”【等回答后】“用现代汉语说就是：多年来做妻子，家里的劳苦没有不做的。 关键词只处理靡：没有；室劳：家务劳动。”教师随后补充：“女子长期承担家庭劳动。”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【可观察证据】准确口译“三岁为妇，靡室劳矣”并指出：女子长期承担家庭劳动。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【模块课件】M3-P15｜母版P65
【页码与模块】P65｜模块三·婚后事实与长期处境
【连续课堂剧本】
【承接上一页】教师指向第五章 2/5和累计行动链，不让这句脱离整章。
【教师原话】“先读：‘夙兴夜寐，靡有朝矣’。谁在做什么？”【等回答后】“译意先不出现；请借关键词把它说完整。 关键词只处理夙：早；兴：起身；夜寐：晚睡；朝：一日。”教师随后补充：“一天的早晚被重复为多年的生活。”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【可观察证据】准确口译“夙兴夜寐，靡有朝矣”并指出：一天的早晚被重复为多年的生活。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【模块课件】M3-P16｜母版P66
【页码与模块】P66｜模块三·婚后事实与长期处境
【连续课堂剧本】
【承接上一页】上一页已确认“夙兴夜寐，靡有朝矣”的基本意思，本页只增加一个关键观察。
【教师原话】“请把译意先放下，再读原句。你看见的形式是：早/夜对举；“靡”反复；以一日写多年。 它怎样改变我们对处境的理解？”教师在学生回应后用边界语收束：“把这句还原成二十四小时：不是偶尔辛苦，而是“没有一天不是这样”。时间结构让单边负担比抽象的“勤劳”更可感。”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持续劳动；Q3 长期生活投入。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【模块课件】M3-P17｜母版P67
【页码与模块】P67｜模块三·婚后事实与长期处境
【连续课堂剧本】
【承接上一页】教师指向第五章 3/5和累计行动链，不让这句脱离整章。
【教师原话】“先读：‘言既遂矣，至于暴矣’。谁在做什么？”【等回答后】“译意先不出现；请借关键词把它说完整。 关键词只处理言：助词；遂：如愿、满足；暴：粗暴。”教师随后补充：“男子在婚后愿望满足后态度恶化。”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【可观察证据】准确口译“言既遂矣，至于暴矣”并指出：男子在婚后愿望满足后态度恶化。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【模块课件】M3-P18｜母版P68
【页码与模块】P68｜模块三·婚后事实与长期处境
【连续课堂剧本】
【承接上一页】上一页已确认“言既遂矣，至于暴矣”的基本意思，本页只增加一个关键观察。
【教师原话】“请把译意先放下，再读原句。你看见的形式是：“既……至于……”把前后反差压在一句中。 它怎样改变我们对处境的理解？”教师在学生回应后用边界语收束：““暴”首先按教材语境理解为粗暴，不擅自补写具体身体伤害；但任何粗暴和人格伤害都不能由她的信任、投入或未及时停止来解释。”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婚前婚后反差与粗暴伤害；Q3 男子直接责任。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【模块课件】M3-P19｜母版P69
【页码与模块】P69｜模块三·婚后事实与长期处境
【连续课堂剧本】
【承接上一页】教师指向第五章 4/5和累计行动链，不让这句脱离整章。
【教师原话】“先读：‘兄弟不知，咥其笑矣’。谁在做什么？”【等回答后】“用现代汉语说就是：家人不了解我的处境，反而讥笑我。 关键词只处理咥 xì：笑的样子。”教师随后补充：“家人进入叙事，却没有提供理解。”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【可观察证据】准确口译“兄弟不知，咥其笑矣”并指出：家人进入叙事，却没有提供理解。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【模块课件】M3-P20｜母版P70
【页码与模块】P70｜模块三·婚后事实与长期处境
【连续课堂剧本】
【承接上一页】教师指向第五章 5/5和累计行动链，不让这句脱离整章。
【教师原话】“先读：‘静言思之，躬自悼矣’。谁在做什么？”【等回答后】“用现代汉语说就是：静下来想这些事，只能独自悲伤。 关键词只处理言：助词；躬：自身；悼：悲伤。”教师随后补充：“女子从外部劳作和冲突转入独自反思。”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【可观察证据】准确口译“静言思之，躬自悼矣”并指出：女子从外部劳作和冲突转入独自反思。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【模块课件】M3-P21｜母版P71
【页码与模块】P71｜模块三·婚后事实与长期处境
【连续课堂剧本】
【承接上一页】教师把本章讲解暂时停住，只保留活动所需原句和空白。
【教师原话】“把她婚后的一天写成三个时刻，再圈出诗没有告诉我们的地方。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【模块课件】M3-P22｜母版P72
【页码与模块】P72｜模块三·婚后事实与长期处境
【连续课堂剧本】
【承接上一页】教师确认学生已经形成个人或小组产出，才切到回收页。
【教师原话】“先别抄屏幕。请用你自己的产出核对：长期家务与早起晚睡，使一方持续承担生活成本。；粗暴与家人不解叠加，关系外的支持并未出现。；诗没有写她是否求助，也没有写具体退出条件；这些空白不能被想当然填满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【模块课件】M3-P23｜母版P73
【页码与模块】P73｜模块三·婚后事实与长期处境
【连续课堂剧本】
【承接上一页】教师把第五章五组诗句重新放回同一页。
【教师原话】“现在完整重读第五章。读完不用列点，请用一口气讲清：多年为妇 → 早起晚睡 → 遭遇粗暴 → 家人讥笑 → 独自悲悼之间怎样连接？”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【可观察证据】一次完整章读和一句连续章意：“多年劳动被压进日复一日的早起晚睡；男子愿望满足后转为粗暴，家人不理解，女子只能独自反思悲悼。”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故事走到这里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相识议婚 → 等待迁嫁 → 回望中的劝诫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第四、五章将进入婚后事实。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第四章｜桑叶转黄与责任判断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1/5｜读懂关键变化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其黄而陨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桑叶落下，已经枯黄坠落。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与“其叶沃若”形成色彩、状态和位置对照。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把第三章的“沃若”和此处“黄而陨”并置：青春、感情、关系状态都获得更多语境支持，但仍不能把桑叶压成一个固定答案。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自从我嫁到你家，多年来生活贫苦。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徂 cú：往；尔：你家；三岁：多年；食贫：过贫苦生活。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淇水浩荡，浸湿了车上的帷幔。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shāng：水势浩大；渐 jiān：浸湿；帷裳：车旁帷幔。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4/5｜读懂关键变化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士贰其行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女子没有差错，男子的行为却前后不一。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“女/士”“不爽/贰”并置，责任由语言直接显出。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这不是旁观者替她判定，而是第一人称回望中的自我辨明。先区分“食贫、渡水”等经历事实，再看“不爽/贰”怎样作出责任判断。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男子的行为没有准则，品德反复无常。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罔极：没有准则；二三：反复无常，这里是数词活用。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哪些是事实，哪些是责任判断？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把本章诗句放入“经历事实”和“责任判断”两栏，并说明判断由哪组对照形成。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经历事实：____________________________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责任判断：____________________________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语言依据：____________________________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事实与判断并不混在一起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食贫、淇水、车帷被浸，是叙述中的经历。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“女也不爽，士贰其行”直接辨明双方责任。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现代评价可以继续讨论，但必须先站稳诗中的事实和判断。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 → 多年食贫 → 渡淇回忆 → 辨明责任 → 指出反复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第五章｜长期劳动、粗暴与孤立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多年来做妻子，家里的劳苦没有不做的。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靡：没有；室劳：家务劳动。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2/5｜读懂关键变化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靡有朝矣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早起晚睡，没有一天不是这样。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早/夜对举；“靡”反复；以一日写多年。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把这句还原成二十四小时：不是偶尔辛苦，而是“没有一天不是这样”。时间结构让单边负担比抽象的“勤劳”更可感。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3/5｜读懂关键变化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至于暴矣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你的愿望满足以后，竟然变得粗暴。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“既……至于……”把前后反差压在一句中。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“暴”首先按教材语境理解为粗暴，不擅自补写具体身体伤害；但任何粗暴和人格伤害都不能由她的信任、投入或未及时停止来解释。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家人不了解我的处境，反而讥笑我。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咥 xì：笑的样子。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静下来想这些事，只能独自悲伤。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言：助词；躬：自身；悼：悲伤。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把“多年”还原成一天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把她婚后的一天写成三个时刻，再圈出诗没有告诉我们的地方。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天还没亮：________　白日：________　夜深：________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哪一句诗使你这样写：________________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哪一处只是想象：____________________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时间表让失衡变得可见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长期家务与早起晚睡，使一方持续承担生活成本。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粗暴与家人不解叠加，关系外的支持并未出现。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诗没有写她是否求助，也没有写具体退出条件；这些空白不能被想当然填满。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 → 早起晚睡 → 遭遇粗暴 → 家人讥笑 → 独自悲悼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《氓》V5模块三：婚后事实与长期处境</dc:title>
  <dc:subject>《氓》V5全文逐句教学母版</dc:subject>
  <dc:creator>语文备课系统</dc:creator>
  <cp:lastModifiedBy>语文备课系统</cp:lastModifiedBy>
  <cp:revision>1</cp:revision>
  <dcterms:created xsi:type="dcterms:W3CDTF">2026-08-11T13:56:36Z</dcterms:created>
  <dcterms:modified xsi:type="dcterms:W3CDTF">2026-08-11T13:56:36Z</dcterms:modified>
</cp:coreProperties>
</file>