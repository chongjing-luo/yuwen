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样张一：检验动作小景缩小后能否帮助学生看见抱布、相望与来谋，而不遮挡诗句。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样张二：检验意象小景能否以女子、松手与淇水一笔提示停止判断，而不把结论画满。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B68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第一章 · 初见与来意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20140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样张 01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 rot="1080000">
            <a:off x="11301984" y="219456"/>
            <a:ext cx="347472" cy="210312"/>
          </a:xfrm>
          <a:prstGeom prst="arc">
            <a:avLst/>
          </a:prstGeom>
          <a:solidFill>
            <a:srgbClr val="B68B4C">
              <a:alpha val="92000"/>
            </a:srgbClr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15568"/>
            <a:ext cx="6858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氓之蚩蚩，抱布贸丝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匪来贸丝，来即我谋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77240" y="2962656"/>
            <a:ext cx="6720840" cy="987552"/>
          </a:xfrm>
          <a:prstGeom prst="roundRect">
            <a:avLst>
              <a:gd name="adj" fmla="val 4630"/>
            </a:avLst>
          </a:prstGeom>
          <a:solidFill>
            <a:srgbClr val="FCF8F0">
              <a:alpha val="98000"/>
            </a:srgbClr>
          </a:solidFill>
          <a:ln w="12700">
            <a:solidFill>
              <a:srgbClr val="EBDC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4413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他抱来的，是布；真正要说的，却是婚事。</a:t>
            </a:r>
            <a:endParaRPr lang="en-US" sz="1700" dirty="0"/>
          </a:p>
        </p:txBody>
      </p:sp>
      <p:pic>
        <p:nvPicPr>
          <p:cNvPr id="9" name="Image 0" descr="男子抱布来到女子面前，两人相望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042416"/>
            <a:ext cx="29718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20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B68B4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第六章 · 誓言与停止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20140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655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样张 02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 rot="1080000">
            <a:off x="11301984" y="219456"/>
            <a:ext cx="347472" cy="210312"/>
          </a:xfrm>
          <a:prstGeom prst="arc">
            <a:avLst/>
          </a:prstGeom>
          <a:solidFill>
            <a:srgbClr val="B68B4C">
              <a:alpha val="92000"/>
            </a:srgbClr>
          </a:solidFill>
          <a:ln w="12700">
            <a:solidFill>
              <a:srgbClr val="B68B4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152144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信誓旦旦，不思其反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66751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11B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反是不思，亦已焉哉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77240" y="3054096"/>
            <a:ext cx="6583680" cy="987552"/>
          </a:xfrm>
          <a:prstGeom prst="roundRect">
            <a:avLst>
              <a:gd name="adj" fmla="val 4630"/>
            </a:avLst>
          </a:prstGeom>
          <a:solidFill>
            <a:srgbClr val="D8E7EA">
              <a:alpha val="80000"/>
            </a:srgbClr>
          </a:solidFill>
          <a:ln w="12700">
            <a:solidFill>
              <a:srgbClr val="B9D0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346704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4D7481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不是忘记伤痛，而是不再把余生交给反复的誓言。</a:t>
            </a:r>
            <a:endParaRPr lang="en-US" sz="1650" dirty="0"/>
          </a:p>
        </p:txBody>
      </p:sp>
      <p:pic>
        <p:nvPicPr>
          <p:cNvPr id="9" name="Image 0" descr="女子松开布带，身后只有一笔淇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48" y="850392"/>
            <a:ext cx="2267712" cy="30358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语文备课系统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《氓》插图入页效果样张</dc:title>
  <dc:subject>《氓》装饰性插图入页样张</dc:subject>
  <dc:creator>OpenAI</dc:creator>
  <cp:lastModifiedBy>OpenAI</cp:lastModifiedBy>
  <cp:revision>1</cp:revision>
  <dcterms:created xsi:type="dcterms:W3CDTF">2026-08-12T17:22:33Z</dcterms:created>
  <dcterms:modified xsi:type="dcterms:W3CDTF">2026-08-12T17:22:33Z</dcterms:modified>
</cp:coreProperties>
</file>