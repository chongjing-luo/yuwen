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【V6页ID】N003｜四个人，把记得的故事说给彼此听｜6分钟
【教师逐字稿】
四个人先沿一个方向定一、二、三、四号，再选一位执笔人。等我说开始，一号先说，依次轮到四号，一个都不少。轮到你，只需二十秒：报篇名，用一句平常话说它写了什么；听别人时，听见自己没想到的作品或意思，就在旁边勾一下。执笔人只记篇名和短语，轮到自己时由下一位代记。（等待四轮完成。）现在每个人圈两项想带进全班的内容；没有新增，也请如实勾‘暂无新增’，再从全组作品谱里选两项。比较四个人的圈选，每组领取两张贡献卡，分别写清‘篇名＋它写了什么’，再补上组号、卡号和最初说出这项内容的同学号码，请这位同学亲手写卡或在卡上签认。尽量让两张卡来自两位同学；若两项确实都来自同一人，就如实写同一个号码。
【场面与走位】
四人小组围绕一张作品谱坐定。屏幕突出编号轮说、说者与听者动作，以及本页最终要留下的两张贡献卡。教师先把全部口令说完再计时，空白贡献卡在轮说结束后发下。
（各组定号并选执笔人）
（口令说完后启动六分钟计时）
（巡视四人是否逐一开口）
（确认听者边听边勾）
（四轮后每人圈两项）
（分发两张带来源栏的贡献卡）
（核对原提议者号与签认后交代表）
【时间盒】
定号、选执笔人与听清口令：45秒；四人轮说与同步听记：100秒；执笔人补齐小组作品谱：35秒；每人圈两项或诚实标暂无新增：40秒；比较圈选并书写两张带来源贡献卡：105秒；原提议者签认并交代表：35秒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听见自己未想到的作品或主题就勾；四轮结束后，每人留下两项选择，暂无新增者如实标记并从小组作品谱选择两项。执笔人只写篇名和短语，轮到自己发言时由下一位代记；入选内容由原提议者写卡或签认。
【证据位置】
学习单A·小组作品谱、个人两项圈选与贡献卡来源；两张带组号－卡号－原提议者号－签认栏的磁贴贡献卡
【自然切页句】
四个人的作品谱已经成形。每组带着两张卡，让全班看见更宽的故事版图。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动作切碎。先看屏幕，听我读前两句，大家跟读一遍。现在，看教材。同桌互读一次，再诚实选择一条路：若停顿需要调整，听者只问‘谁做什么’，读者带着完整动作再读，并标出改动；若原本已经读顺，不必故意改错，请圈出一句里的连续动作，再完整读给同桌听。两条路都在读懂声音，不分高低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（学生转看无斜线原句）
（同桌判断需要调整或原本读顺）
（分别完成修订或连续动作圈画）
（双方重读）
【时间盒】
教师范读并说明斜线用途：25秒；全班跟读：20秒；转看教材并同桌互读：35秒；两条诚实路径的反馈与标记：25秒；双方带着语意重读：15秒
【现场分支】
mechanical_pause：学生一字一顿时，听者不直接读答案，只问‘谁做什么？’让说者带完整动作重读。
already_fluent：学生原本读顺时，不要求制造修改；请他圈出‘抱—贸’或‘来—谋’等连续动作，并把动作关系读给同桌听。
word_question：有人追问‘蚩蚩、贸丝’时，教师说‘问题留下，下一步就在这两句里逐词解决’，不打断本页节奏体验。
【听者同步任务】
先诚实判断同桌是否需要调整；需要时用‘谁做什么’帮助重读，原本读顺时复述自己听见的连续动作。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把四个人的故事放在一起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57600"/>
            <a:ext cx="4425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有勾项，圈一项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6656832" y="4005072"/>
            <a:ext cx="442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暂无新增，从作品谱圈一项</a:t>
            </a:r>
            <a:endParaRPr lang="en-US" sz="1850" dirty="0"/>
          </a:p>
        </p:txBody>
      </p:sp>
      <p:sp>
        <p:nvSpPr>
          <p:cNvPr id="26" name="Shape 24"/>
          <p:cNvSpPr/>
          <p:nvPr/>
        </p:nvSpPr>
        <p:spPr>
          <a:xfrm>
            <a:off x="1024128" y="4773168"/>
            <a:ext cx="10131552" cy="640080"/>
          </a:xfrm>
          <a:prstGeom prst="roundRect">
            <a:avLst>
              <a:gd name="adj" fmla="val 8571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53312" y="4946904"/>
            <a:ext cx="947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2148840" y="5824728"/>
            <a:ext cx="7891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作品重复？可以补一个不同主题。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3816" y="1033272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371600" y="1042416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" y="2926080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371600" y="2935224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3816" y="481888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371600" y="4828032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868680" y="449884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① 屏幕跟读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3840480" y="449884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听到“看教材”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748272" y="4498848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② 教材第一章开头｜无斜线原句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127248" y="4480560"/>
            <a:ext cx="56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6236208" y="4480560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868680" y="5084064"/>
            <a:ext cx="10405872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5394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听者问：谁做什么？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285232" y="543153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236208" y="53949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072384" y="6062472"/>
            <a:ext cx="6053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在路标卡写下重读后改动的一处</a:t>
            </a:r>
            <a:endParaRPr lang="en-US" sz="2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《氓》V6三类页面视觉原型</dc:title>
  <dc:subject>《氓》V6三类页面视觉原型</dc:subject>
  <dc:creator>语文备课系统</dc:creator>
  <cp:lastModifiedBy>语文备课系统</cp:lastModifiedBy>
  <cp:revision>1</cp:revision>
  <dcterms:created xsi:type="dcterms:W3CDTF">2026-08-14T15:59:21Z</dcterms:created>
  <dcterms:modified xsi:type="dcterms:W3CDTF">2026-08-14T15:59:21Z</dcterms:modified>
</cp:coreProperties>
</file>