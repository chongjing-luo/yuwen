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【V6页ID】N003｜把四个人的故事放在一起｜3分钟
【教师逐字稿】
每组自己定一号，再沿一个方向排出二、三、四号；从一号开始依次轮说，一个都不少。轮到你时，用十五到二十秒说清篇名和它写了什么。听别人说时，遇到自己原先没想到的作品或主题，就在个人听记处勾下来。四轮结束，有勾项的，从中圈出最想带进全班的一项；如果三轮都没有新增，就如实勾‘暂无新增’，再从小组作品谱里圈一项值得全班听见的。请一位同学执笔，记下全组的篇名和主题短语；轮到执笔人发言时，由下一位替他记。作品重复没有关系，能补出不同的主题就接着说。最后我会给每组一张空白磁贴卡，请用四十秒写清一篇的篇名和‘它写了什么’，交给下一轮发言的代表。
【场面与走位】
四人小组围绕一张小组作品谱坐定；每组自定一号，沿一个方向排出二至四号，再按号依次轮说。屏幕显示1→2→3→4，以及轮到我、听别人和执笔人的真实关系，不固定高亮任何一号。空白磁贴卡先留在教师手中。
（各组自定一号并沿一个方向编号）
（启动3分钟计时）
（巡视听者是否遇到新内容即勾记）
（四轮后确认有勾项者圈一项、暂无新增者从作品谱圈一项）
（轮到执笔人时提示下一位代记）
（轮说后每组分发一张空白磁贴卡）
（确认代表拿到写好的卡）
【时间盒】
说明三种角色：25秒；四人轮说：80秒；追补重复作品的不同主题：25秒；分发并写成全班贡献卡：40秒；确认代表持卡：10秒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听见自己未想到的作品或主题就勾；四轮结束后，有勾项者从中圈一项，暂无新增者如实标记并从小组作品谱圈一项。执笔人只写篇名和短语，轮到自己发言时由下一位代记。
【证据位置】
学习单A·小组作品谱；空白磁贴卡·全组贡献卡
【自然切页句】
四个人的作品谱已经成形。每组挑一张，让全班看见新的故事。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完整动作切碎。先看屏幕，听我读前两句，大家跟读一遍。等我说‘看教材’，再把目光移到教材第一章开头的无斜线原句。现在，看教材。同桌互读；听者若听见机械的一字一顿，就问‘谁做什么’，读者带着完整动作再读一遍。最后在路标卡上写下你重读后改动的一处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（学生转看教材第一章开头的无斜线原句）
（听者用‘谁做什么’提问）
（读者带完整动作重读）
（学生在路标卡写下改动）
【时间盒】
教师范读并提示两字一停：25秒；全班跟读：20秒；同桌互读与反馈：50秒；写下节奏改动并再次齐读：25秒
【现场分支】
mechanical_pause：学生一字一顿时，听者不直接读答案，只问‘谁做什么？’让说者带完整动作重读。
word_question：有人追问‘蚩蚩、贸丝’时，教师说‘问题留下，下一步就在这两句里逐词解决’，不打断本页节奏体验。
【听者同步任务】
指出一处机械停顿，用‘谁做什么’帮助同桌保持语意后再读。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2026-08-13T03:58:21Z</dcterms:created>
  <dcterms:modified xsi:type="dcterms:W3CDTF">2026-08-13T03:58:21Z</dcterms:modified>
</cp:coreProperties>
</file>