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【V6.3页ID】C301｜第三章｜迁嫁以后，诗先让什么进入眼前？｜4分钟
【本页不可替代的意义】
先让第三章完整响起，由学生自行留下一个眼前物象和一处声音转折，形成后续细读的真实初稿
【删除本页会失去什么】
没有完整章声和初稿，后页会从教师指定的桑叶与劝诫开始，学生不能经历叙述突然换声的发现
【相邻合并测试】
不能并入C302：整章初读必须在桑叶词义和联想支架出现前保持未知，否则学生第一眼已被局部解释收窄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【场面与走位】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【听者同步任务】
只核对同伴所写物象和转折句是否来自第三章，不评判解释深浅。
【证据位置】
03C C301区
【回到人物和故事】
迁嫁以后，生活事件暂时没有继续铺陈；女子回望时先让一片桑叶进入眼前，声音随后转向劝告
【后续真实调用】
C302读取桑叶初稿；C303读取学生标出的声音转折；C306取回两项初稿重建全章
【自然切页句】
先不越过这片桑叶。它还没有落，叶子正是‘沃若’。这个词究竟让你看见什么？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【V6.3页ID】C302｜桑之未落，其叶沃若｜6分钟
【本页不可替代的意义】
先从‘沃若’形成可感的桑叶经验，再让每人提出两种有原词依据、等待第四章筛选的联想
【删除本页会失去什么】
删除本页会把桑叶退化成教师直接公布的象征义，第四章也失去可被后文修订的个人初始解释
【相邻合并测试】
不能并入C303：本页需要十秒静观和个人联想，下一页依赖双人声音对读；感官假设与呼告听辨不能共用一个注意焦点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【场面与走位】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个人口译与词义校准：65秒；静默观察和感官词：65秒；两项假设独立生成：95秒；同桌依据追问：65秒；个人修订和转场：70秒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【听者同步任务】
只追问联想的感官依据，不判断谁的象征义更像标准答案。
【证据位置】
03C C302区桑叶假设卡
【回到人物和故事】
女子回望先停在一片润泽鲜活的桑叶上；这片叶子像记忆中的盛时，却仍有多种解释等待后文
【后续真实调用】
第四章C402出现‘黄而陨’时必须重新打开这张假设卡，按前后状态和叙事位置亲自修订
【自然切页句】
桑叶的意思先不封口。下一句，一声‘于嗟’落在斑鸠身上；再一声，又落到了谁身上？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【V6.3页ID】C303｜两声‘于嗟’，劝告怎样来到人身边？｜9分钟
【本页不可替代的意义】
在同一组原句中先读出两声呼告的转移，再用蒙句反事实听辨检验物象和回声如何让劝告抵达人
【删除本页会失去什么】
删除会使斑鸠句只剩难懂旧说，比兴也只剩教师术语；学生无法从声音转移和蒙句损失理解劝告怎样抵达人
【相邻合并测试】
本页已经吸收旧C304；若再拆开，会重复处理同一组三句和同一声音变化。不能并入C302，因为桑叶开放联想必须先于劝告路径
【教师逐字稿】
请先把三句说成自然话。‘于嗟’读xū jiē，是一声感叹；‘无’同‘毋’，是不要；‘耽’是沉溺。斑鸠食桑葚易昏醉是教材旧说，只看它在诗里怎样引出劝告。（等待。）圈住两声于嗟，框住鸠和女，再把两种劝告接好。两人一组，一人读斑鸠句，一人接女子句，交换一次。现在把手轻放在学习单上，蒙住桑叶和斑鸠，只让同桌读‘于嗟女兮，无与士耽’。你真实听见了什么变化？可以说画面、回声少了，也可以说直劝更利落；只要回到一处原词。（等待。）同桌只问：你说的变化在原诗哪里？有依据就写‘能找到，不改’，没有就亲自改。等你们先听见以后再命名：由物引出所咏是兴，物与人的相似又引发比的联想。女子的劝告正是从桑叶和斑鸠的一声叹息中走到人身边。
【场面与走位】
屏幕只放三句原诗和递进问题；学生在自己的学习单上真实遮住前两句，不另开A/B程序页。
（个人自然口译）
（圈声音框对象与劝告）
（双人接读并交换）
（手遮前两句听直劝）
（个人写变化和原词）
（同桌依据追问）
（按需修订后教师命名）
【时间盒】
口译与最低词义：85秒；圈框与两轮接读：105秒；蒙句听辨和个人原词：115秒；同桌依据追问与按需修订：90秒；公开两种判断、后置命名和重读：145秒
【现场分支】
只报术语：划去术语，补写蒙句后真正少掉的一幅画或一声回响。
认为完全一样：分别说原诗和直劝第一眼看见什么、第一耳听见谁；仍认为一样可以保留。
偏爱直劝：允许保留更直接，同时指出原诗多出的具体画面或回声，不统一审美。
【听者同步任务】
只问声音落点和蒙句变化能否在原词中找到；不替同伴报完整关系，不强制修改。
【证据位置】
03C C303区
【回到人物和故事】
女子没有突然训诫，而是让桑叶先出现、让叹息先落在斑鸠，再把同一声劝告移到女子的爱情处境
【后续真实调用】
C306撤答旁白必须说清劝告怎样由物抵达人；全文S06从本页原句检索比兴怎样改变声音和人物处境
【自然切页句】
劝告已经从物来到人。最后两句把男子和女子并排放在同一个‘耽’字里，却给出两个相反结果。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【V6.3页ID】C305｜同是‘耽’，两个人都能脱身吗？｜6分钟
【本页不可替代的意义】
借同词异词的正面对照读出退出处境不等，同时把原因和责任边界准确后置到婚后事实
【删除本页会失去什么】
删除会失去全诗关键的不平等处境，也会给性别本质化和受伤者归责留下未纠正的解释空洞
【相邻合并测试】
不能并入C303：C303处理劝告怎样由物抵达人，本页处理男女脱身处境与伦理边界；合并会让声音体验和责任辨析彼此淹没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【场面与走位】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个人口译与通假义：70秒；同异词圈框：60秒；无归因处境句生成：75秒；同桌越界词核查：55秒；作者修订与教师边界校准：70秒；连读和转场：30秒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【听者同步任务】
只检查同伴是否准确陈述处境差异、是否加入无证归因；不提供完整改写句。
【证据位置】
03C C305区
【回到人物和故事】
女子从劝告走到更冷的一层认识：同样沉溺感情，两个人退出的处境并不相等
【后续真实调用】
第四、五章的婚后事实直接读取待证问题；全文第三问用本页区分造成伤害与使退出更难
【自然切页句】
五句诗已经逐句走过。现在撤去局部提示，把桑叶、两声劝告和脱身差异讲回女子的一段回望。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【V6.3页ID】C306｜把五句诗，讲成她回望中的一段话｜5分钟
【本页不可替代的意义】
完整重读后撤去教材、学习单与投影，用自然旁白把局部理解恢复为女子回望中的连续一章，并接入六章故事轨道
【删除本页会失去什么】
没有撤答整章重建，前五页仍只是活动片段，不能证明学生获得了连续的第三章和跨章故事
【相邻合并测试】
不能并入C305：C305仍在局部原句支架下作处境判断，本页改变为全支架撤除和跨章检索，证据状态不可替代
【教师逐字稿】
第三章每一句都已经走过。请先完整重读一遍；把刚才真正听见的声音自然读进去，不表演术语。（读完。）现在合上教材，把03C翻到背面，同桌互相看一眼，桌面不露原诗。我按B键熄暗屏幕。（等待撤答。）用三十秒把第三章讲给同桌听，只讲三件事：眼前先出现什么，劝告怎样从物来到人，最后写出怎样的脱身处境。听者不要接管故事，只在讲完后补一个真正遗漏；没有遗漏就如实说完整。交换。（等待。）讲述者可以只开教材找到遗漏的一句，随后立即合书补说。现在只把03C翻回来，在故事轨道第三格写一句自己的自然章意；把桑叶两项假设和‘为什么难脱身’的问号保留，下一章继续。谁愿意读自己的第三格？（引用两条，只修事实断点。）迁嫁以后，女子的回望停在桑叶和劝告上，并看见两个人脱身处境不等。下一章，桑叶会转黄，婚后的日子也终于进入叙述。
【场面与走位】
屏幕先供完整重读；随后合教材、翻背03C、同桌互查并按B键熄屏。检索后只开教材定位，最后只恢复03C写第三格。
（完整重读第三章）
（合书并翻背03C）
（同桌互查无原诗）
（按B键熄屏）
（双方各讲三十秒）
（只开教材定位后合书补说）
（写故事轨道第三格）
【时间盒】
完整重读第三章：50秒；撤去教材、学习单和投影：40秒；双方三十秒旁白：80秒；听者补缺与返诗补说：45秒；写第三格和保留待证：50秒；引用章意与转场：35秒
【现场分支】
完全空白：先说最确定的一段，再只开教材找它前后各发生什么；不抄完整章意。
只报术语：把比兴、反复、对照改成桑叶、斑鸠、女子和脱身处境的自然话。
固定桑叶答案：恢复可能语气，把两项假设留到第四章黄而陨出现后筛选。
听者代讲：收窄为只报哪一处断点，把定位和补说权还给讲述者。
【听者同步任务】
只核对桑叶、劝告由物及人、脱身处境三项是否连成回望；不代讲完成章意。
【证据位置】
03C C306区和故事轨道第三格
【回到人物和故事】
迁嫁以后，女子停下来由润泽桑叶发出劝告，声音由斑鸠转向女子，最后认识到男女脱身处境不等
【后续真实调用】
第四章C401读取第三格，C402重开桑叶假设，C404读取脱身原因待证栏；全文第一问读取六章轨道
【自然切页句】
把桑叶假设和原因问号带上。第四章第一句，那片沃若的叶子已经‘黄而陨’。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第三章｜迁嫁以后，诗先让什么进入眼前？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　哪一句开始像在劝告？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078992"/>
            <a:ext cx="10698480" cy="1078992"/>
          </a:xfrm>
          <a:prstGeom prst="roundRect">
            <a:avLst>
              <a:gd name="adj" fmla="val 423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62456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86200" y="2487168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沃若：润泽的样子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3246120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这片桑叶，有怎样的色泽、质地和生命感？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331720" y="4279392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它可能让你想到什么？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46120" y="5340096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两种可能，先都留下。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两声‘于嗟’，劝告怎样来到人身边？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6384" y="1170432"/>
            <a:ext cx="10616184" cy="2880360"/>
          </a:xfrm>
          <a:prstGeom prst="roundRect">
            <a:avLst>
              <a:gd name="adj" fmla="val 1587"/>
            </a:avLst>
          </a:prstGeom>
          <a:solidFill>
            <a:srgbClr val="34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44752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24128" y="2103120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24128" y="2761488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　｜　无同“毋”　｜　耽：沉溺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41248" y="491947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两声‘于嗟’，从谁来到谁？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108192" y="486460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若蒙住前两句，只听最后一句，少了什么？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272784" y="1234440"/>
            <a:ext cx="5138928" cy="1143000"/>
          </a:xfrm>
          <a:prstGeom prst="roundRect">
            <a:avLst>
              <a:gd name="adj" fmla="val 4000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554480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154680" y="2670048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说（tuō）：同“脱”，摆脱、脱身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相同的词是什么？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45352" y="34564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真正改变结果的词是什么？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143000" y="4370832"/>
            <a:ext cx="9902952" cy="1097280"/>
          </a:xfrm>
          <a:prstGeom prst="roundRect">
            <a:avLst>
              <a:gd name="adj" fmla="val 416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4681728"/>
            <a:ext cx="9299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这两句明写了什么，还没有写什么？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把五句诗，讲成她回望中的一段话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3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E7D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眼前先出现什么？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58775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劝告怎样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从物来到人？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968496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最后看见怎样的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脱身处境？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故事轨道｜第三格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64775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《氓》V6.3第三章课堂课件</dc:title>
  <dc:subject>第三章由桑叶进入劝告与处境对照</dc:subject>
  <dc:creator>语文备课系统</dc:creator>
  <cp:lastModifiedBy>语文备课系统</cp:lastModifiedBy>
  <cp:revision>1</cp:revision>
  <dcterms:created xsi:type="dcterms:W3CDTF">2026-08-13T17:11:01Z</dcterms:created>
  <dcterms:modified xsi:type="dcterms:W3CDTF">2026-08-13T17:11:01Z</dcterms:modified>
</cp:coreProperties>
</file>